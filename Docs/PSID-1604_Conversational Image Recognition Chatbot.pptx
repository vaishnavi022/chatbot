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61" r:id="rId5"/>
    <p:sldId id="265" r:id="rId6"/>
    <p:sldId id="263" r:id="rId7"/>
    <p:sldId id="266" r:id="rId8"/>
    <p:sldId id="281" r:id="rId9"/>
    <p:sldId id="286" r:id="rId10"/>
    <p:sldId id="284" r:id="rId11"/>
    <p:sldId id="282" r:id="rId12"/>
    <p:sldId id="276" r:id="rId1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>
        <p:scale>
          <a:sx n="70" d="100"/>
          <a:sy n="70" d="100"/>
        </p:scale>
        <p:origin x="-732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6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5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5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8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5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9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2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0FB9A-A01F-4D0B-B92B-B4BF3E327EAE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A06E-FD01-4319-9BA2-A5A831CBF1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6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88476" y="696222"/>
            <a:ext cx="10821052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 smtClean="0">
                <a:solidFill>
                  <a:srgbClr val="993300"/>
                </a:solidFill>
                <a:latin typeface="Times New Roman" pitchFamily="18" charset="0"/>
                <a:cs typeface="Times New Roman" pitchFamily="18" charset="0"/>
              </a:rPr>
              <a:t>Major</a:t>
            </a:r>
            <a:r>
              <a:rPr kumimoji="0" lang="en-US" sz="2800" b="1" i="0" u="none" strike="noStrike" cap="none" normalizeH="0" dirty="0" smtClean="0">
                <a:ln>
                  <a:noFill/>
                </a:ln>
                <a:solidFill>
                  <a:srgbClr val="9933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1" i="0" u="none" strike="noStrike" cap="none" normalizeH="0" dirty="0">
                <a:ln>
                  <a:noFill/>
                </a:ln>
                <a:solidFill>
                  <a:srgbClr val="993300"/>
                </a:solidFill>
                <a:effectLst/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Times New Roman" pitchFamily="18" charset="0"/>
                <a:cs typeface="Times New Roman" pitchFamily="18" charset="0"/>
              </a:rPr>
              <a:t>     </a:t>
            </a:r>
            <a:endParaRPr kumimoji="0" lang="en-US" sz="2800" b="1" i="0" u="none" strike="noStrike" cap="none" normalizeH="0" baseline="0" dirty="0">
              <a:ln>
                <a:noFill/>
              </a:ln>
              <a:solidFill>
                <a:srgbClr val="9933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kumimoji="0" lang="en-US" sz="2800" b="1" i="0" u="none" strike="noStrike" cap="none" normalizeH="0" dirty="0" smtClean="0">
                <a:ln>
                  <a:noFill/>
                </a:ln>
                <a:solidFill>
                  <a:srgbClr val="9933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Times New Roman" pitchFamily="18" charset="0"/>
                <a:cs typeface="Times New Roman" pitchFamily="18" charset="0"/>
              </a:rPr>
              <a:t> “PSID-1604_</a:t>
            </a:r>
            <a:r>
              <a:rPr lang="en-IN" sz="2800" b="1" dirty="0" smtClean="0">
                <a:solidFill>
                  <a:srgbClr val="993300"/>
                </a:solidFill>
                <a:latin typeface="Times New Roman" pitchFamily="18" charset="0"/>
                <a:cs typeface="Times New Roman" pitchFamily="18" charset="0"/>
              </a:rPr>
              <a:t>Conversational  Image </a:t>
            </a:r>
            <a:r>
              <a:rPr lang="en-IN" sz="2800" b="1" dirty="0">
                <a:solidFill>
                  <a:srgbClr val="993300"/>
                </a:solidFill>
                <a:latin typeface="Times New Roman" pitchFamily="18" charset="0"/>
                <a:cs typeface="Times New Roman" pitchFamily="18" charset="0"/>
              </a:rPr>
              <a:t>Recognition </a:t>
            </a:r>
            <a:r>
              <a:rPr lang="en-IN" sz="2800" b="1" dirty="0" err="1">
                <a:solidFill>
                  <a:srgbClr val="993300"/>
                </a:solidFill>
                <a:latin typeface="Times New Roman" pitchFamily="18" charset="0"/>
                <a:cs typeface="Times New Roman" pitchFamily="18" charset="0"/>
              </a:rPr>
              <a:t>Chatbot</a:t>
            </a:r>
            <a:r>
              <a:rPr kumimoji="0" lang="en-IN" sz="24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Times New Roman" pitchFamily="18" charset="0"/>
                <a:cs typeface="Times New Roman" pitchFamily="18" charset="0"/>
              </a:rPr>
              <a:t>”</a:t>
            </a:r>
            <a:endParaRPr lang="en-US" sz="2800" b="1" dirty="0">
              <a:solidFill>
                <a:srgbClr val="9933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                                                    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      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By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</a:endParaRPr>
          </a:p>
          <a:p>
            <a:pPr indent="0" algn="ctr"/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1.Dusane </a:t>
            </a:r>
            <a:r>
              <a:rPr lang="en-US" sz="1600" dirty="0" err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Durgesh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Vijay (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PRN:211106051_Roll No_05) </a:t>
            </a:r>
          </a:p>
          <a:p>
            <a:pPr indent="0" algn="ctr"/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        2.Chaudhari </a:t>
            </a:r>
            <a:r>
              <a:rPr lang="en-US" sz="1600" dirty="0" err="1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Siddhesh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Ashok (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PRN:221106061 _Roll No_59)</a:t>
            </a:r>
          </a:p>
          <a:p>
            <a:pPr indent="0"/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        3.Naik </a:t>
            </a:r>
            <a:r>
              <a:rPr lang="en-US" sz="1600" dirty="0" err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Akshata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Vishal (PRN:231206006_Roll 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No_67) </a:t>
            </a:r>
            <a:endParaRPr lang="en-US" sz="1600" dirty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ctr"/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             4.Chaudhari </a:t>
            </a:r>
            <a:r>
              <a:rPr lang="en-US" sz="1600" dirty="0" err="1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Vaishnavi</a:t>
            </a:r>
            <a:r>
              <a:rPr lang="en-US" sz="1600" dirty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Narendra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 (PRN:231206007_Roll </a:t>
            </a:r>
            <a:r>
              <a:rPr lang="en-US" sz="1600" dirty="0" smtClean="0">
                <a:solidFill>
                  <a:srgbClr val="800000"/>
                </a:solidFill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No_68)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800000"/>
              </a:solidFill>
              <a:effectLst/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marL="0" marR="0" lvl="0" indent="4572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                        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" descr="SE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576" y="3285023"/>
            <a:ext cx="2624776" cy="184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361063" y="5282776"/>
            <a:ext cx="7882505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cs typeface="Arial" panose="020B0604020202020204" pitchFamily="34" charset="0"/>
              </a:rPr>
              <a:t>Department of </a:t>
            </a: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Computer Science and Engineering(Data Science)</a:t>
            </a:r>
            <a:endParaRPr kumimoji="0" lang="en-US" sz="2200" b="1" i="0" u="none" strike="noStrike" cap="none" normalizeH="0" baseline="0" dirty="0">
              <a:ln>
                <a:noFill/>
              </a:ln>
              <a:solidFill>
                <a:srgbClr val="993300"/>
              </a:solidFill>
              <a:effectLst/>
              <a:latin typeface="Ajile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Shirpur Education Society’s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R. C. Patel Institute of Technology, Shirpur - 425405.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2025-26]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Parallelogram 6"/>
          <p:cNvSpPr/>
          <p:nvPr/>
        </p:nvSpPr>
        <p:spPr>
          <a:xfrm flipV="1">
            <a:off x="99607" y="35628"/>
            <a:ext cx="11887694" cy="245216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>
            <a:off x="99607" y="6585690"/>
            <a:ext cx="11887693" cy="272310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10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1" name="Picture 10"/>
            <p:cNvPicPr/>
            <p:nvPr/>
          </p:nvPicPr>
          <p:blipFill rotWithShape="1">
            <a:blip r:embed="rId3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371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6021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survey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293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23074" y="902159"/>
            <a:ext cx="11752385" cy="513108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Conversational Image Recognition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system that combines image recognition and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technologies. 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analyze and understand images sent by users, then provide information or answer questions about them through 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you send a picture of a flower, the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identify it and tell you its name and details. 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makes it a powerful tool for tasks that involve both images and communication.</a:t>
            </a:r>
            <a:endParaRPr lang="en-IN" sz="24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6C075B89-C4F6-1E39-30AC-C0763750F99F}"/>
              </a:ext>
            </a:extLst>
          </p:cNvPr>
          <p:cNvSpPr txBox="1">
            <a:spLocks/>
          </p:cNvSpPr>
          <p:nvPr/>
        </p:nvSpPr>
        <p:spPr>
          <a:xfrm>
            <a:off x="916295" y="526688"/>
            <a:ext cx="12116308" cy="492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xmlns="" id="{10117382-A892-24B4-DF8E-6E2B5F172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930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4158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092" y="1559550"/>
            <a:ext cx="11179834" cy="45806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5969504-E846-2C8E-BD1E-A5C96683D19B}"/>
              </a:ext>
            </a:extLst>
          </p:cNvPr>
          <p:cNvSpPr txBox="1"/>
          <p:nvPr/>
        </p:nvSpPr>
        <p:spPr>
          <a:xfrm>
            <a:off x="1262610" y="416599"/>
            <a:ext cx="63057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1176948" y="1440132"/>
            <a:ext cx="97251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Images: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and analyze images sent by users.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Talk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Users: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conversations with users about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useful information based on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 it simple for users to send pictures and get answers.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way users get information through images and conversation.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76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62739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353292" y="32222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0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93174" y="393500"/>
            <a:ext cx="10844644" cy="5741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  <a:p>
            <a:pPr marL="0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recognize images but don’t provide detailed conversations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Text-Based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answer text questions but don’t analyze images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Responses: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take time to process images and respond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sometimes need to describe images, making it less convenient.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339480FF-4E81-BF5D-24C6-4C5330A0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xmlns="" id="{7C704C53-5C5D-35A4-7028-9A05EF372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27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905" y="31646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Hardware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Software Requirement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261257" y="1524000"/>
            <a:ext cx="5605153" cy="4652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Processor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i5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Minimum 8GB (16GB or more for smoother, faster processing).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Storage: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256GB SSD (512GB SSD or more is preferred for quick data access).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Camera: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or external camera for capturing real-time images (optional, depending on the use case).</a:t>
            </a:r>
          </a:p>
          <a:p>
            <a:endParaRPr lang="en-IN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5925787" y="1350862"/>
            <a:ext cx="6061513" cy="5109315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Requirements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Operating System: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10/11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Programming Language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Frameworks &amp; Libraries: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text.Flask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Database: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MySQL, Firebase, or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storing data.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IDE/Tools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VS Code, or Google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28F2B07E-1D8C-398E-B150-8A7FA971A8C5}"/>
              </a:ext>
            </a:extLst>
          </p:cNvPr>
          <p:cNvSpPr txBox="1">
            <a:spLocks/>
          </p:cNvSpPr>
          <p:nvPr/>
        </p:nvSpPr>
        <p:spPr>
          <a:xfrm>
            <a:off x="1275785" y="365977"/>
            <a:ext cx="12116308" cy="9848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212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393500"/>
            <a:ext cx="10515600" cy="607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deep learning models (e.g., CNNs, Vision Transformers) for object detection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NLP techniques (e.g., transformers, GPT) to generate responses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image recognition and conversational AI to generate meaningful interactions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Testing: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models using labeled datasets for accurate recognition and response generation. </a:t>
            </a:r>
          </a:p>
          <a:p>
            <a:pPr>
              <a:buNone/>
            </a:pP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849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/>
          <p:cNvSpPr/>
          <p:nvPr/>
        </p:nvSpPr>
        <p:spPr>
          <a:xfrm>
            <a:off x="1015243" y="580257"/>
            <a:ext cx="10545287" cy="5288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sends an image to the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Recognition: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the image to identify objects using deep learning.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understands the user's text input.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Generation: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a response based on the image and text.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the response and continues the conversation.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interactions and data are stored in a database.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8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	Future Scope</a:t>
            </a:r>
            <a:endParaRPr lang="en-IN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Better Accuracy –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Improve AI models to recognize more objects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Voice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Interaction –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Enable full voice-based conversations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Multilingual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Support –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Allow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to respond in different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languages.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Mobile 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App Development –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Make it accessible via smartphones.</a:t>
            </a:r>
          </a:p>
        </p:txBody>
      </p:sp>
      <p:sp>
        <p:nvSpPr>
          <p:cNvPr id="11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13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13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5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19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Conversational Image Recognition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combines image recognition and text-based conversation to provide users with interactive and helpful responses. By analyzing images and understanding text, it can offer meaningful information, making it a useful tool for various tasks like customer support, education, and more.</a:t>
            </a:r>
          </a:p>
          <a:p>
            <a:pPr marL="0" indent="0">
              <a:buNone/>
            </a:pP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658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236518" y="51466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GB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048000" y="150539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53252" y="1334323"/>
            <a:ext cx="90207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Chen, Q., Yu, Z., &amp;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Zheng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K. (2024). Conversational Image Recognition Using Deep Learning Models. Journal of Artificial Intelligence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Research.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Zhao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C. (2023). A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-Based Image Recognition System for Smart Applications. International Journal of Computer Vision.</a:t>
            </a:r>
          </a:p>
        </p:txBody>
      </p:sp>
    </p:spTree>
    <p:extLst>
      <p:ext uri="{BB962C8B-B14F-4D97-AF65-F5344CB8AC3E}">
        <p14:creationId xmlns:p14="http://schemas.microsoft.com/office/powerpoint/2010/main" val="2003952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lang="en-US" b="1" dirty="0" smtClean="0">
                <a:solidFill>
                  <a:prstClr val="black"/>
                </a:solidFill>
              </a:rPr>
              <a:t>  </a:t>
            </a:r>
          </a:p>
          <a:p>
            <a:pPr marL="0" lvl="0" indent="0" algn="ctr">
              <a:buNone/>
            </a:pPr>
            <a:endParaRPr lang="en-US" b="1" dirty="0">
              <a:solidFill>
                <a:prstClr val="black"/>
              </a:solidFill>
            </a:endParaRPr>
          </a:p>
          <a:p>
            <a:pPr marL="0" lvl="0" indent="0" algn="ctr">
              <a:buNone/>
            </a:pPr>
            <a:endParaRPr lang="en-US" b="1" dirty="0" smtClean="0">
              <a:solidFill>
                <a:prstClr val="black"/>
              </a:solidFill>
            </a:endParaRPr>
          </a:p>
          <a:p>
            <a:pPr marL="0" lvl="0" indent="0" algn="ctr">
              <a:buNone/>
            </a:pPr>
            <a:r>
              <a:rPr lang="en-US" sz="4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THANK </a:t>
            </a:r>
            <a:r>
              <a:rPr lang="en-US" sz="4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YOU!!!</a:t>
            </a:r>
            <a:endParaRPr lang="en-IN" sz="4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7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8" name="Picture 7"/>
            <p:cNvPicPr/>
            <p:nvPr/>
          </p:nvPicPr>
          <p:blipFill rotWithShape="1">
            <a:blip r:embed="rId2" cstate="print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7978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AIML template" id="{A582DF50-CA20-4E39-9F6B-D62AA82E090D}" vid="{64422D4D-F908-4C3E-8895-83C3E8A2D8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AIML template</Template>
  <TotalTime>2835</TotalTime>
  <Words>657</Words>
  <Application>Microsoft Office PowerPoint</Application>
  <PresentationFormat>Custom</PresentationFormat>
  <Paragraphs>101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Outline </vt:lpstr>
      <vt:lpstr> </vt:lpstr>
      <vt:lpstr> </vt:lpstr>
      <vt:lpstr> </vt:lpstr>
      <vt:lpstr> Hardware And Software Requirement</vt:lpstr>
      <vt:lpstr> </vt:lpstr>
      <vt:lpstr> </vt:lpstr>
      <vt:lpstr> Future Scope</vt:lpstr>
      <vt:lpstr> Conclusion </vt:lpstr>
      <vt:lpstr> 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RCPIT</dc:creator>
  <cp:lastModifiedBy>Admin</cp:lastModifiedBy>
  <cp:revision>38</cp:revision>
  <dcterms:created xsi:type="dcterms:W3CDTF">2023-11-04T09:41:24Z</dcterms:created>
  <dcterms:modified xsi:type="dcterms:W3CDTF">2025-03-06T17:11:38Z</dcterms:modified>
</cp:coreProperties>
</file>